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8112A"/>
          </a:solidFill>
          <a:ln w="12700">
            <a:solidFill>
              <a:srgbClr val="08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Codex AI Agent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Software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365760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vs Copilot vs Codex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Retail Data Warehouse (MSSQL)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749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4008" cy="3886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Current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valuable time on: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coding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960120"/>
            <a:ext cx="64008" cy="3886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beyond code suggestions.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3931920" cy="45720"/>
          </a:xfrm>
          <a:prstGeom prst="rect">
            <a:avLst/>
          </a:prstGeom>
          <a:solidFill>
            <a:srgbClr val="DDE4E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94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next evolution of AI is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agents.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suggesting code — planning, building, and documenting entire features autonomously.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Evolution of AI Development 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2286000" cy="2651760"/>
          </a:xfrm>
          <a:prstGeom prst="rect">
            <a:avLst/>
          </a:prstGeom>
          <a:solidFill>
            <a:srgbClr val="141A35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88720"/>
            <a:ext cx="2286000" cy="1188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89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2514600"/>
            <a:ext cx="4114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10128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2286000" cy="2651760"/>
          </a:xfrm>
          <a:prstGeom prst="rect">
            <a:avLst/>
          </a:prstGeom>
          <a:solidFill>
            <a:srgbClr val="141A35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188720"/>
            <a:ext cx="2286000" cy="1188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389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 Assistants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4114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90488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188720"/>
            <a:ext cx="2286000" cy="2651760"/>
          </a:xfrm>
          <a:prstGeom prst="rect">
            <a:avLst/>
          </a:prstGeom>
          <a:solidFill>
            <a:srgbClr val="141A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188720"/>
            <a:ext cx="2286000" cy="11887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389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Agents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unlocks new levels of AI-powered productivity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Tool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Role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Capability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&amp; 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Q&amp;A, explanations, brainstorming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Completion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suggestions, autocomplete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Codex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Autonomous Dev Agent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→ Break down → Code →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can plan → break down work → generate code → generate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Development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↓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38328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977640"/>
            <a:ext cx="141732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776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960120"/>
            <a:ext cx="6720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1720" y="10515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 Points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31720" y="1600200"/>
            <a:ext cx="6263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requires manual context switching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must maintain full mental model throughout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often skipped or out of 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is time-consuming but critical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made without full context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Agent-First Development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60120"/>
            <a:ext cx="105156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601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38074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1051560" cy="420624"/>
          </a:xfrm>
          <a:prstGeom prst="rect">
            <a:avLst/>
          </a:prstGeom>
          <a:solidFill>
            <a:srgbClr val="00C8F0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4630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8366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1965960"/>
            <a:ext cx="1051560" cy="420624"/>
          </a:xfrm>
          <a:prstGeom prst="rect">
            <a:avLst/>
          </a:prstGeom>
          <a:solidFill>
            <a:srgbClr val="10B981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3865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468880"/>
            <a:ext cx="105156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4688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88950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2971800"/>
            <a:ext cx="105156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3924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3474720"/>
            <a:ext cx="105156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4747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9534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3977640"/>
            <a:ext cx="105156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97764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91640" y="960120"/>
            <a:ext cx="7086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91640" y="960120"/>
            <a:ext cx="64008" cy="109728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10332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Principle: Human-in-the-Loop AI Development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920240" y="15087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heavy lifting; humans provide strategic guidance and approval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91640" y="2286000"/>
            <a:ext cx="2240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91640" y="2286000"/>
            <a:ext cx="64008" cy="25603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 Faster Planning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74520" y="29718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structured plans in seconds, not hours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69080" y="2286000"/>
            <a:ext cx="2240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069080" y="2286000"/>
            <a:ext cx="64008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Consistent Quality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51960" y="29718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workflows ensure nothing is skipped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2286000"/>
            <a:ext cx="2240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2286000"/>
            <a:ext cx="64008" cy="25603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Documentation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29718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generated alongside code, always current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Mode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5661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Plan Mode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AI understands the project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Creates a structured, detailed plan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Waits for your approval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Then generates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any code is generated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4572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1417320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5196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377440"/>
            <a:ext cx="4572000" cy="2331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16552" y="2468880"/>
            <a:ext cx="4242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Define 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Identify dimensions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Define fact 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Create SQL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Generate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87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= Model Context Protocol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AI to interact with external tools and systems — Codex becomes a tool-using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65960"/>
            <a:ext cx="64008" cy="12527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939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Databases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query databases directly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965960"/>
            <a:ext cx="64008" cy="12527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939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Repositories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commit to version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965960"/>
            <a:ext cx="64008" cy="1252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939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any web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55848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355848"/>
            <a:ext cx="64008" cy="1252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838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technical docs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355848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355848"/>
            <a:ext cx="64008" cy="1252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4838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builds and deployments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355848"/>
            <a:ext cx="26974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355848"/>
            <a:ext cx="64008" cy="1252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4838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Systems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and organize files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Slash Commands?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4008" cy="11430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are shortcuts that trigger predefined AI behaviors — type a / command and Codex executes a specific workflow instantly.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 Default Commands: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97480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72491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734056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available commands and usage instructions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697480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697480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724912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734056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plan mode — AI creates a structured plan before coding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182112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82112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209544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21868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new project and set up the workspace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182112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182112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209544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21868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current conversation and 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666744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666744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69417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70332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and compress the conversation to save context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666744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666744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69417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70332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recent code changes and suggest improvements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151376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51376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17880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18795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commit message and commit staged changes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151376"/>
            <a:ext cx="4069080" cy="411480"/>
          </a:xfrm>
          <a:prstGeom prst="rect">
            <a:avLst/>
          </a:prstGeom>
          <a:solidFill>
            <a:srgbClr val="141A35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4151376"/>
            <a:ext cx="12344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178808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418795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environment health, dependencies, and config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 extend this further — tailored to your own workflows and team standards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Slash Commands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long, complex prompts: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169164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417320"/>
            <a:ext cx="3602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data warehouse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user stories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them into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SQL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documentation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34840" y="1965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F0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98348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simply run: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83480" y="1325880"/>
            <a:ext cx="374904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48072" y="1417320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/retail-dw-workflow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development workflows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project scaffolding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Retail Store Data Warehouse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7033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4008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 (Microsoft SQL Server)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AI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analytics-ready star schema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960120"/>
            <a:ext cx="4343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960120"/>
            <a:ext cx="64008" cy="3886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051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81728" y="1719072"/>
            <a:ext cx="292608" cy="292608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1984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profiles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2478024"/>
            <a:ext cx="292608" cy="292608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404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02352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categories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3236976"/>
            <a:ext cx="292608" cy="292608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31638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3502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 &amp; attributes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3995928"/>
            <a:ext cx="292608" cy="292608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3922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02352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&amp; metrics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Workflow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23444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2103120"/>
            <a:ext cx="9144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417320"/>
            <a:ext cx="1234440" cy="1371600"/>
          </a:xfrm>
          <a:prstGeom prst="rect">
            <a:avLst/>
          </a:prstGeom>
          <a:solidFill>
            <a:srgbClr val="00C8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9144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417320"/>
            <a:ext cx="1234440" cy="1371600"/>
          </a:xfrm>
          <a:prstGeom prst="rect">
            <a:avLst/>
          </a:prstGeom>
          <a:solidFill>
            <a:srgbClr val="00C8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103120"/>
            <a:ext cx="9144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417320"/>
            <a:ext cx="123444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103120"/>
            <a:ext cx="9144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417320"/>
            <a:ext cx="123444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103120"/>
            <a:ext cx="9144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417320"/>
            <a:ext cx="123444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1508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189280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audience will see — from requirement to full documentation in minutes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steps (2 &amp; 3) are the AI-powered phases where Codex does the heavy lifting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Define the Requirement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87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29260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417320"/>
            <a:ext cx="7991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retail data warehouse using MSSQL.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 Transactions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a star schema optimized for analytics.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389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structured requirements enable AI to generate accurate plans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Run Plan Mode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560320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41732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461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5486400" cy="20116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417320"/>
            <a:ext cx="5157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Define star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Create dimension 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Define fact sales 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Generate SQL scripts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Generate documentation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461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Plans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315468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3154680"/>
            <a:ext cx="64008" cy="16459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33756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transparent, reviewable, and editable before any code is written. This is the human-in-the-loop checkpoint — the key differentiator of agent-first development.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Generate Stories &amp; Tasks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07592"/>
            <a:ext cx="3840480" cy="841248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99032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/generate-user-stories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2628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Output: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307592"/>
            <a:ext cx="4206240" cy="141732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0872" y="1399032"/>
            <a:ext cx="3877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 data analyst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want a customer dimension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that I can analyze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behavior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Tasks: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97480"/>
            <a:ext cx="64008" cy="457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61488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DimCustomer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27832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27832"/>
            <a:ext cx="64008" cy="457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DimProduct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758184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758184"/>
            <a:ext cx="64008" cy="457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22192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DimStore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28853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288536"/>
            <a:ext cx="64008" cy="4572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52544"/>
            <a:ext cx="3429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FactSales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2743200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2743200"/>
            <a:ext cx="6400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Structured for Sprints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and tasks are generated in a format compatible with Jira, GitHub Issues, Azure DevOps, and other project management tools.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Generate SQL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114800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417320"/>
            <a:ext cx="3785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/generate-sql-project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 Files: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393192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41732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947672"/>
            <a:ext cx="393192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203911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tables.sql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569464"/>
            <a:ext cx="393192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65192" y="26609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indexes.sql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3191256"/>
            <a:ext cx="393192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28269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etl.sql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1488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148840"/>
            <a:ext cx="64008" cy="5669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21284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 —  Database and schema definitions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80720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07208"/>
            <a:ext cx="64008" cy="5669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7121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tables.sql  —  Dimension and fact table DDL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46557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465576"/>
            <a:ext cx="64008" cy="5669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958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indexes.sql  —  Performance indexes for analytics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12394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123944"/>
            <a:ext cx="64008" cy="56692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8795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etl.sql  —  ETL stored procedures and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Slash Commands: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24128"/>
            <a:ext cx="2468880" cy="57607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60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/plan-project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90672" y="107899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requirements and create a structured development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647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64792"/>
            <a:ext cx="64008" cy="7132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828800"/>
            <a:ext cx="2468880" cy="57607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65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/generate-user-stories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90672" y="1883664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requirements into formatted user stories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69464"/>
            <a:ext cx="64008" cy="7132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633472"/>
            <a:ext cx="2468880" cy="57607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/create-tasks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0672" y="2688336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user stories into specific development tasks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374136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74136"/>
            <a:ext cx="64008" cy="7132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438144"/>
            <a:ext cx="2468880" cy="57607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/generate-sql-project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90672" y="3493008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complete SQL schema, tables, indexes and ETL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178808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178808"/>
            <a:ext cx="64008" cy="7132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4242816"/>
            <a:ext cx="2468880" cy="57607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/publish-docs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90672" y="429768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publish technical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Workflow: One Command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97280" cy="5029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Impressive Demo: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1148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417320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/retail-dw-workflow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006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runs: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3931920" cy="2057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417320"/>
            <a:ext cx="36027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/plan-project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/generate-user-stories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/create-tasks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/generate-sql-project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/publish-docs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83210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3200400"/>
            <a:ext cx="64008" cy="16276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101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command can scaffold an entire project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slash commands bundle complex multi-step workflows into single, repeatable automation. Share across your team for standardized, consistent development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2971800"/>
          </a:xfrm>
          <a:prstGeom prst="rect">
            <a:avLst/>
          </a:prstGeom>
          <a:solidFill>
            <a:srgbClr val="141A35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468880" cy="1188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201168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157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reasoning, brainstorming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62656" y="2514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143000"/>
            <a:ext cx="2468880" cy="2971800"/>
          </a:xfrm>
          <a:prstGeom prst="rect">
            <a:avLst/>
          </a:prstGeom>
          <a:solidFill>
            <a:srgbClr val="141A35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43000"/>
            <a:ext cx="2468880" cy="1188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44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560320"/>
            <a:ext cx="2011680" cy="3657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7157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suggestions, autocomplete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3016" y="25146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2468880" cy="2971800"/>
          </a:xfrm>
          <a:prstGeom prst="rect">
            <a:avLst/>
          </a:prstGeom>
          <a:solidFill>
            <a:srgbClr val="141A35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143000"/>
            <a:ext cx="2468880" cy="11887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441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Agent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2560320"/>
            <a:ext cx="2011680" cy="36576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7157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Build → Document → Deploy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AI agents integrated with development workflows, enterprise systems &amp; CI/CD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AI Agent  •  Agent-First Software Development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AI Agent Demo</dc:title>
  <dc:subject>PptxGenJS Presentation</dc:subject>
  <dc:creator>PptxGenJS</dc:creator>
  <cp:lastModifiedBy>PptxGenJS</cp:lastModifiedBy>
  <cp:revision>1</cp:revision>
  <dcterms:created xsi:type="dcterms:W3CDTF">2026-03-09T13:21:51Z</dcterms:created>
  <dcterms:modified xsi:type="dcterms:W3CDTF">2026-03-09T13:21:51Z</dcterms:modified>
</cp:coreProperties>
</file>